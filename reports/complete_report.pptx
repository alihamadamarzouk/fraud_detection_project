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Healthcare Provider Fraud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Complete Report on Data Processing, Feature Engineering, and ML Modeling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Healthcare fraud causes billions in losses annually.</a:t>
            </a:r>
          </a:p>
          <a:p>
            <a:r>
              <a:t>This project generates provider-level features from multiple healthcare datasets (beneficiary, inpatient, outpatient) to detect potential fraud using machine learning models.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Datasets:</a:t>
            </a:r>
          </a:p>
          <a:p>
            <a:r>
              <a:t>- Train_Beneficiarydata: Demographics</a:t>
            </a:r>
          </a:p>
          <a:p>
            <a:r>
              <a:t>- Train_Inpatientdata: Inpatient claims</a:t>
            </a:r>
          </a:p>
          <a:p>
            <a:r>
              <a:t>- Train_Outpatientdata: Outpatient claims</a:t>
            </a:r>
          </a:p>
          <a:p>
            <a:r>
              <a:t>- Train: Fraud labels</a:t>
            </a:r>
          </a:p>
          <a:p>
            <a:r>
              <a:t>Initial exploration: verified completeness, data types, and handled missing values.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Missing Values:</a:t>
            </a:r>
          </a:p>
          <a:p>
            <a:r>
              <a:t>   - Numeric: filled with median</a:t>
            </a:r>
          </a:p>
          <a:p>
            <a:r>
              <a:t>   - Categorical: filled with mode</a:t>
            </a:r>
          </a:p>
          <a:p>
            <a:r>
              <a:t>2. Outliers:</a:t>
            </a:r>
          </a:p>
          <a:p>
            <a:r>
              <a:t>   - Removed using IQR filtering method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 distribution is imbalanced (more non-fraud than fraud cases).</a:t>
            </a:r>
          </a:p>
          <a:p>
            <a:r>
              <a:t>Inpatient &amp; Outpatient claim aggregation per provider:</a:t>
            </a:r>
          </a:p>
          <a:p>
            <a:r>
              <a:t> - Count of claims</a:t>
            </a:r>
          </a:p>
          <a:p>
            <a:r>
              <a:t> - Total reimbursed amount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Beneficiary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Age calculated from DOB using reference date.</a:t>
            </a:r>
          </a:p>
          <a:p>
            <a:r>
              <a:t>- Chronic conditions converted to binary HasChronicCondition feature.</a:t>
            </a:r>
          </a:p>
          <a:p>
            <a:r>
              <a:t>- Aggregated by provider: Avg_Patient_Age, Unique_Patients, Chronic_Patient_Perc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Provider-Level Feature Compilation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Merged inpatient, outpatient, and beneficiary features.</a:t>
            </a:r>
          </a:p>
          <a:p>
            <a:r>
              <a:t>Features:</a:t>
            </a:r>
          </a:p>
          <a:p>
            <a:r>
              <a:t>- Inpatient_Claims, Outpatient_Claims</a:t>
            </a:r>
          </a:p>
          <a:p>
            <a:r>
              <a:t>- Inpatient_TotalAmount, Outpatient_TotalAmount</a:t>
            </a:r>
          </a:p>
          <a:p>
            <a:r>
              <a:t>- Avg_Patient_Age, Unique_Patients, Chronic_Patient_Perc</a:t>
            </a:r>
          </a:p>
          <a:p>
            <a:r>
              <a:t>- target (fraud label)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Load provider-level dataset</a:t>
            </a:r>
          </a:p>
          <a:p>
            <a:r>
              <a:t>2. Drop Provider ID column</a:t>
            </a:r>
          </a:p>
          <a:p>
            <a:r>
              <a:t>3. Train-test split (80/20) with stratification by target</a:t>
            </a:r>
          </a:p>
          <a:p>
            <a:r>
              <a:t>4. Feature scaling using StandardScaler for models sensitive to magnitudes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Handling Class Imbalance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Fraud is rare in the dataset.</a:t>
            </a:r>
          </a:p>
          <a:p>
            <a:r>
              <a:t>- Class weights computed using 'balanced' method</a:t>
            </a:r>
          </a:p>
          <a:p>
            <a:r>
              <a:t>- Ensures minority (fraud) samples are penalized less</a:t>
            </a:r>
          </a:p>
          <a:p>
            <a:r>
              <a:t>- Example: {0: 0.54, 1: 5.45}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Selection and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Models trained:</a:t>
            </a:r>
          </a:p>
          <a:p>
            <a:r>
              <a:t>- Decision Tree (supports class_weight)</a:t>
            </a:r>
          </a:p>
          <a:p>
            <a:r>
              <a:t>- Random Forest (ensemble, supports class_weight)</a:t>
            </a:r>
          </a:p>
          <a:p>
            <a:r>
              <a:t>- Gradient Boosting (sample_weight used)</a:t>
            </a:r>
          </a:p>
          <a:p>
            <a:r>
              <a:t>- SVM (scaled features, class_weight, probability enabled)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 (XGBoost Example)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Precision: 0.5965</a:t>
            </a:r>
          </a:p>
          <a:p>
            <a:r>
              <a:t>Recall: 0.6733</a:t>
            </a:r>
          </a:p>
          <a:p>
            <a:r>
              <a:t>F1-score: 0.6326</a:t>
            </a:r>
          </a:p>
          <a:p>
            <a:r>
              <a:t>Confusion Matrix: [[935 46],[33 68]]</a:t>
            </a:r>
          </a:p>
          <a:p>
            <a:r>
              <a:t>PRAUC: 0.7200</a:t>
            </a:r>
          </a:p>
          <a:p>
            <a:r>
              <a:t>ROC AUC: 0.9450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XGBoost Hyperparameter Tuning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Parameters tested:</a:t>
            </a:r>
          </a:p>
          <a:p>
            <a:r>
              <a:t>- n_estimators: [100, 300, 500, 700]</a:t>
            </a:r>
          </a:p>
          <a:p>
            <a:r>
              <a:t>- max_depth: [3, 5, 7, 9]</a:t>
            </a:r>
          </a:p>
          <a:p>
            <a:r>
              <a:t>- learning_rate: [0.01, 0.05, 0.1, 0.2]</a:t>
            </a:r>
          </a:p>
          <a:p>
            <a:r>
              <a:t>Best selected: n_estimators=300, max_depth=7, learning_rate=0.2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Evaluation Metrics:</a:t>
            </a:r>
          </a:p>
          <a:p>
            <a:r>
              <a:t>XGBoost: Precision 0.6739, Recall 0.6139, F1 0.6425, PRAUC 0.7286, ROC AUC 0.9436</a:t>
            </a:r>
          </a:p>
          <a:p>
            <a:r>
              <a:t>Logistic Regression: Precision 0.4943, Recall 0.8515, F1 0.6255, PRAUC 0.7547, ROC AUC 0.9566</a:t>
            </a:r>
          </a:p>
          <a:p>
            <a:r>
              <a:t>Random Forest: Precision 0.7333, Recall 0.5446, F1 0.6250, PRAUC 0.7371, ROC AUC 0.9458</a:t>
            </a:r>
          </a:p>
          <a:p>
            <a:r>
              <a:t>Observations:</a:t>
            </a:r>
          </a:p>
          <a:p>
            <a:r>
              <a:t>- XGBoost: best balance</a:t>
            </a:r>
          </a:p>
          <a:p>
            <a:r>
              <a:t>- Logistic Regression: high recall</a:t>
            </a:r>
          </a:p>
          <a:p>
            <a:r>
              <a:t>- Random Forest: high precision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Data preprocessing handled missing values, outliers, and class imbalance.</a:t>
            </a:r>
          </a:p>
          <a:p>
            <a:r>
              <a:t>- Feature engineering produced provider-level features.</a:t>
            </a:r>
          </a:p>
          <a:p>
            <a:r>
              <a:t>- XGBoost tuning improved F1-score.</a:t>
            </a:r>
          </a:p>
          <a:p>
            <a:r>
              <a:t>- Model comparison shows trade-offs between precision and recall.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